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5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6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&#65533;&#65533>
</file>

<file path=ppt/presentation.xml>�>
</file>

<file path=ppt/presProps.xml>�>
</file>

<file path=ppt/tableStyles.xml>�>
</file>

<file path=ppt/viewProps.xml>�>
</file>

<file path=ppt/_rels/presentation.xml.rels>&#65533;&#65533>
</file>

<file path=ppt/notesMasters/_rels/notesMaster1.xml.rels>&#65533;&#65533>
</file>

<file path=ppt/notesMasters/notesMaster1.xml>�> 9# >
</file>

<file path=ppt/notesSlides/_rels/notesSlide1.xml.rels>&#65533;&#65533>
</file>

<file path=ppt/notesSlides/_rels/notesSlide2.xml.rels>&#65533;&#65533>
</file>

<file path=ppt/notesSlides/_rels/notesSlide3.xml.rels>&#65533;&#65533>
</file>

<file path=ppt/notesSlides/_rels/notesSlide4.xml.rels>&#65533;&#65533>
</file>

<file path=ppt/notesSlides/_rels/notesSlide5.xml.rels>&#65533;&#65533>
</file>

<file path=ppt/notesSlides/_rels/notesSlide6.xml.rels>&#65533;&#65533>
</file>

<file path=ppt/notesSlides/_rels/notesSlide7.xml.rels>&#65533;&#65533>
</file>

<file path=ppt/notesSlides/_rels/notesSlide8.xml.rels>&#65533;&#65533>
</file>

<file path=ppt/notesSlides/_rels/notesSlide9.xml.rels>&#65533;&#65533>
</file>

<file path=ppt/notesSlides/_rels/notesSlide10.xml.rels>&#65533;&#65533>
</file>

<file path=ppt/notesSlides/_rels/notesSlide11.xml.rels>&#65533;&#65533>
</file>

<file path=ppt/notesSlides/_rels/notesSlide12.xml.rels>&#65533;&#65533>
</file>

<file path=ppt/notesSlides/_rels/notesSlide13.xml.rels>&#65533;&#65533>
</file>

<file path=ppt/notesSlides/_rels/notesSlide14.xml.rels>&#65533;&#65533>
</file>

<file path=ppt/notesSlides/_rels/notesSlide15.xml.rels>&#65533;&#65533>
</file>

<file path=ppt/notesSlides/_rels/notesSlide16.xml.rels>&#65533;&#65533>
</file>

<file path=ppt/notesSlides/notesSlide1.xml>�>
</file>

<file path=ppt/notesSlides/notesSlide2.xml>�>
</file>

<file path=ppt/notesSlides/notesSlide3.xml>�>
</file>

<file path=ppt/notesSlides/notesSlide4.xml>�>
</file>

<file path=ppt/notesSlides/notesSlide5.xml>�>
</file>

<file path=ppt/notesSlides/notesSlide6.xml>�>
</file>

<file path=ppt/notesSlides/notesSlide7.xml>�>
</file>

<file path=ppt/notesSlides/notesSlide8.xml>�>
</file>

<file path=ppt/notesSlides/notesSlide9.xml>�>
</file>

<file path=ppt/notesSlides/notesSlide10.xml>�>
</file>

<file path=ppt/notesSlides/notesSlide11.xml>�>
</file>

<file path=ppt/notesSlides/notesSlide12.xml>�>
</file>

<file path=ppt/notesSlides/notesSlide13.xml>�>
</file>

<file path=ppt/notesSlides/notesSlide14.xml>�>
</file>

<file path=ppt/notesSlides/notesSlide15.xml>�>
</file>

<file path=ppt/notesSlides/notesSlide16.xml>�>
</file>

<file path=ppt/slideLayouts/_rels/slideLayout1.xml.rels>&#65533;&#65533>
</file>

<file path=ppt/slideLayouts/_rels/slideLayout2.xml.rels>&#65533;&#65533>
</file>

<file path=ppt/slideLayouts/_rels/slideLayout3.xml.rels>&#65533;&#65533>
</file>

<file path=ppt/slideLayouts/_rels/slideLayout4.xml.rels>&#65533;&#65533>
</file>

<file path=ppt/slideLayouts/_rels/slideLayout5.xml.rels>&#65533;&#65533>
</file>

<file path=ppt/slideLayouts/_rels/slideLayout6.xml.rels>&#65533;&#65533>
</file>

<file path=ppt/slideLayouts/_rels/slideLayout7.xml.rels>&#65533;&#65533>
</file>

<file path=ppt/slideLayouts/_rels/slideLayout8.xml.rels>&#65533;&#65533>
</file>

<file path=ppt/slideLayouts/_rels/slideLayout9.xml.rels>&#65533;&#65533>
</file>

<file path=ppt/slideLayouts/_rels/slideLayout10.xml.rels>&#65533;&#65533>
</file>

<file path=ppt/slideLayouts/_rels/slideLayout11.xml.rels>&#65533;&#65533>
</file>

<file path=ppt/slideLayouts/slideLayout1.xml>�>
</file>

<file path=ppt/slideLayouts/slideLayout2.xml>�>
</file>

<file path=ppt/slideLayouts/slideLayout3.xml>�"%"%"%"%"%"%"%"%"%>
</file>

<file path=ppt/slideLayouts/slideLayout4.xml>�"%"%"%"%"%"%"%"%"%"%"%"%"%"%"%"%"%"%>
</file>

<file path=ppt/slideLayouts/slideLayout5.xml>�>
</file>

<file path=ppt/slideLayouts/slideLayout6.xml>�"%"%"%"%"%"%"%"%"%>
</file>

<file path=ppt/slideLayouts/slideLayout7.xml>�>
</file>

<file path=ppt/slideLayouts/slideLayout8.xml>�"%"%"%"%"%"%"%"%"%>
</file>

<file path=ppt/slideLayouts/slideLayout9.xml>�>
</file>

<file path=ppt/slideLayouts/slideLayout10.xml>�"%"%"%"%"%"%"%"%"%>
</file>

<file path=ppt/slideLayouts/slideLayout11.xml>�>
</file>

<file path=ppt/slideMasters/_rels/slideMaster1.xml.rels>&#65533;&#65533>
</file>

<file path=ppt/slideMasters/slideMaster1.xml>�"%"%"%"%"%"%"%"%"%>
</file>

<file path=ppt/slides/_rels/slide1.xml.rels>&#65533;&#65533>
</file>

<file path=ppt/slides/_rels/slide2.xml.rels>&#65533;&#65533>
</file>

<file path=ppt/slides/_rels/slide3.xml.rels>&#65533;&#65533>
</file>

<file path=ppt/slides/_rels/slide4.xml.rels>&#65533;&#65533>
</file>

<file path=ppt/slides/_rels/slide5.xml.rels>&#65533;&#65533>
</file>

<file path=ppt/slides/_rels/slide6.xml.rels>&#65533;&#65533>
</file>

<file path=ppt/slides/_rels/slide7.xml.rels>&#65533;&#65533>
</file>

<file path=ppt/slides/_rels/slide8.xml.rels>&#65533;&#65533>
</file>

<file path=ppt/slides/_rels/slide9.xml.rels>&#65533;&#65533>
</file>

<file path=ppt/slides/_rels/slide10.xml.rels>&#65533;&#65533>
</file>

<file path=ppt/slides/_rels/slide11.xml.rels>&#65533;&#65533>
</file>

<file path=ppt/slides/_rels/slide12.xml.rels>&#65533;&#65533>
</file>

<file path=ppt/slides/_rels/slide13.xml.rels>&#65533;&#65533>
</file>

<file path=ppt/slides/_rels/slide14.xml.rels>&#65533;&#65533>
</file>

<file path=ppt/slides/_rels/slide15.xml.rels>&#65533;&#65533>
</file>

<file path=ppt/slides/_rels/slide16.xml.rels>&#65533;&#65533>
</file>

<file path=ppt/slides/slide1.xml>�>
</file>

<file path=ppt/slides/slide2.xml>�>
</file>

<file path=ppt/slides/slide3.xml>�>
</file>

<file path=ppt/slides/slide4.xml>�>
</file>

<file path=ppt/slides/slide5.xml>�>
</file>

<file path=ppt/slides/slide6.xml>�>
</file>

<file path=ppt/slides/slide7.xml>�>
</file>

<file path=ppt/slides/slide8.xml>�>
</file>

<file path=ppt/slides/slide9.xml>�>
</file>

<file path=ppt/slides/slide10.xml>�>
</file>

<file path=ppt/slides/slide11.xml>�>
</file>

<file path=ppt/slides/slide12.xml>�>
</file>

<file path=ppt/slides/slide13.xml>�>
</file>

<file path=ppt/slides/slide14.xml>�c >
</file>

<file path=ppt/slides/slide15.xml>�>
</file>

<file path=ppt/slides/slide16.xml>�c >
</file>

<file path=ppt/theme/theme1.xml>�>
</file>

<file path=ppt/theme/theme2.xml>�>
</file>

<file path=docProps/app.xml>�>
</file>

<file path=docProps/core.xml>�>
</file>